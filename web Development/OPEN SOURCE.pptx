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2"/>
  </p:notesMasterIdLst>
  <p:handoutMasterIdLst>
    <p:handoutMasterId r:id="rId13"/>
  </p:handoutMasterIdLst>
  <p:sldIdLst>
    <p:sldId id="257" r:id="rId5"/>
    <p:sldId id="268" r:id="rId6"/>
    <p:sldId id="270" r:id="rId7"/>
    <p:sldId id="259" r:id="rId8"/>
    <p:sldId id="261" r:id="rId9"/>
    <p:sldId id="271" r:id="rId10"/>
    <p:sldId id="263" r:id="rId11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4404"/>
    <a:srgbClr val="5F6F0F"/>
    <a:srgbClr val="718412"/>
    <a:srgbClr val="65741A"/>
    <a:srgbClr val="70811D"/>
    <a:srgbClr val="7B8D1F"/>
    <a:srgbClr val="839721"/>
    <a:srgbClr val="95AB25"/>
    <a:srgbClr val="BC5500"/>
    <a:srgbClr val="C45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>
      <p:cViewPr varScale="1">
        <p:scale>
          <a:sx n="85" d="100"/>
          <a:sy n="85" d="100"/>
        </p:scale>
        <p:origin x="590" y="62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iket Firke" userId="c4a6b750aa19af50" providerId="LiveId" clId="{6E159F4B-7F68-41A1-A7D3-8EECF0709A25}"/>
    <pc:docChg chg="custSel addSld delSld modSld">
      <pc:chgData name="Aniket Firke" userId="c4a6b750aa19af50" providerId="LiveId" clId="{6E159F4B-7F68-41A1-A7D3-8EECF0709A25}" dt="2024-03-12T03:57:53.634" v="17" actId="1076"/>
      <pc:docMkLst>
        <pc:docMk/>
      </pc:docMkLst>
      <pc:sldChg chg="delSp modSp mod">
        <pc:chgData name="Aniket Firke" userId="c4a6b750aa19af50" providerId="LiveId" clId="{6E159F4B-7F68-41A1-A7D3-8EECF0709A25}" dt="2024-03-12T03:57:53.634" v="17" actId="1076"/>
        <pc:sldMkLst>
          <pc:docMk/>
          <pc:sldMk cId="2672039197" sldId="261"/>
        </pc:sldMkLst>
        <pc:spChg chg="del">
          <ac:chgData name="Aniket Firke" userId="c4a6b750aa19af50" providerId="LiveId" clId="{6E159F4B-7F68-41A1-A7D3-8EECF0709A25}" dt="2024-03-12T03:57:48.595" v="16" actId="478"/>
          <ac:spMkLst>
            <pc:docMk/>
            <pc:sldMk cId="2672039197" sldId="261"/>
            <ac:spMk id="3" creationId="{5702B8F5-5B91-6ED1-8BFD-6487AF3C4370}"/>
          </ac:spMkLst>
        </pc:spChg>
        <pc:spChg chg="mod">
          <ac:chgData name="Aniket Firke" userId="c4a6b750aa19af50" providerId="LiveId" clId="{6E159F4B-7F68-41A1-A7D3-8EECF0709A25}" dt="2024-03-12T03:57:53.634" v="17" actId="1076"/>
          <ac:spMkLst>
            <pc:docMk/>
            <pc:sldMk cId="2672039197" sldId="261"/>
            <ac:spMk id="12" creationId="{B93BE699-AB72-8B0B-D9E3-11EB1A40C4B9}"/>
          </ac:spMkLst>
        </pc:spChg>
      </pc:sldChg>
      <pc:sldChg chg="del">
        <pc:chgData name="Aniket Firke" userId="c4a6b750aa19af50" providerId="LiveId" clId="{6E159F4B-7F68-41A1-A7D3-8EECF0709A25}" dt="2024-03-12T03:53:14.297" v="3" actId="47"/>
        <pc:sldMkLst>
          <pc:docMk/>
          <pc:sldMk cId="397710800" sldId="262"/>
        </pc:sldMkLst>
      </pc:sldChg>
      <pc:sldChg chg="del">
        <pc:chgData name="Aniket Firke" userId="c4a6b750aa19af50" providerId="LiveId" clId="{6E159F4B-7F68-41A1-A7D3-8EECF0709A25}" dt="2024-03-12T03:53:19.356" v="5" actId="47"/>
        <pc:sldMkLst>
          <pc:docMk/>
          <pc:sldMk cId="3480339974" sldId="265"/>
        </pc:sldMkLst>
      </pc:sldChg>
      <pc:sldChg chg="addSp delSp modSp del mod">
        <pc:chgData name="Aniket Firke" userId="c4a6b750aa19af50" providerId="LiveId" clId="{6E159F4B-7F68-41A1-A7D3-8EECF0709A25}" dt="2024-03-12T03:53:09.306" v="1" actId="47"/>
        <pc:sldMkLst>
          <pc:docMk/>
          <pc:sldMk cId="1484811712" sldId="267"/>
        </pc:sldMkLst>
        <pc:spChg chg="add mod">
          <ac:chgData name="Aniket Firke" userId="c4a6b750aa19af50" providerId="LiveId" clId="{6E159F4B-7F68-41A1-A7D3-8EECF0709A25}" dt="2024-03-12T03:53:06.962" v="0" actId="478"/>
          <ac:spMkLst>
            <pc:docMk/>
            <pc:sldMk cId="1484811712" sldId="267"/>
            <ac:spMk id="3" creationId="{4F8CD21B-053A-0E93-B968-D7FC671BD848}"/>
          </ac:spMkLst>
        </pc:spChg>
        <pc:graphicFrameChg chg="del">
          <ac:chgData name="Aniket Firke" userId="c4a6b750aa19af50" providerId="LiveId" clId="{6E159F4B-7F68-41A1-A7D3-8EECF0709A25}" dt="2024-03-12T03:53:06.962" v="0" actId="478"/>
          <ac:graphicFrameMkLst>
            <pc:docMk/>
            <pc:sldMk cId="1484811712" sldId="267"/>
            <ac:graphicFrameMk id="9" creationId="{00000000-0000-0000-0000-000000000000}"/>
          </ac:graphicFrameMkLst>
        </pc:graphicFrameChg>
      </pc:sldChg>
      <pc:sldChg chg="del">
        <pc:chgData name="Aniket Firke" userId="c4a6b750aa19af50" providerId="LiveId" clId="{6E159F4B-7F68-41A1-A7D3-8EECF0709A25}" dt="2024-03-12T03:53:12.251" v="2" actId="47"/>
        <pc:sldMkLst>
          <pc:docMk/>
          <pc:sldMk cId="2341911148" sldId="269"/>
        </pc:sldMkLst>
      </pc:sldChg>
      <pc:sldChg chg="del">
        <pc:chgData name="Aniket Firke" userId="c4a6b750aa19af50" providerId="LiveId" clId="{6E159F4B-7F68-41A1-A7D3-8EECF0709A25}" dt="2024-03-12T03:53:16.478" v="4" actId="47"/>
        <pc:sldMkLst>
          <pc:docMk/>
          <pc:sldMk cId="2319046984" sldId="271"/>
        </pc:sldMkLst>
      </pc:sldChg>
      <pc:sldChg chg="addSp modSp new mod">
        <pc:chgData name="Aniket Firke" userId="c4a6b750aa19af50" providerId="LiveId" clId="{6E159F4B-7F68-41A1-A7D3-8EECF0709A25}" dt="2024-03-12T03:57:41.834" v="15" actId="1076"/>
        <pc:sldMkLst>
          <pc:docMk/>
          <pc:sldMk cId="4134915942" sldId="271"/>
        </pc:sldMkLst>
        <pc:picChg chg="add mod">
          <ac:chgData name="Aniket Firke" userId="c4a6b750aa19af50" providerId="LiveId" clId="{6E159F4B-7F68-41A1-A7D3-8EECF0709A25}" dt="2024-03-12T03:57:15.714" v="12" actId="1076"/>
          <ac:picMkLst>
            <pc:docMk/>
            <pc:sldMk cId="4134915942" sldId="271"/>
            <ac:picMk id="2" creationId="{8DDB0129-4583-6E53-C4EC-943F37FBC573}"/>
          </ac:picMkLst>
        </pc:picChg>
        <pc:picChg chg="add mod">
          <ac:chgData name="Aniket Firke" userId="c4a6b750aa19af50" providerId="LiveId" clId="{6E159F4B-7F68-41A1-A7D3-8EECF0709A25}" dt="2024-03-12T03:57:41.834" v="15" actId="1076"/>
          <ac:picMkLst>
            <pc:docMk/>
            <pc:sldMk cId="4134915942" sldId="271"/>
            <ac:picMk id="3" creationId="{D0AEAB46-0D65-D9D4-63DD-BE5BF9700909}"/>
          </ac:picMkLst>
        </pc:picChg>
      </pc:sldChg>
    </pc:docChg>
  </pc:docChgLst>
  <pc:docChgLst>
    <pc:chgData name="Aniket Firke" userId="c4a6b750aa19af50" providerId="LiveId" clId="{9AF883E4-FCF0-4064-A52B-2C2CEAEC587B}"/>
    <pc:docChg chg="modSld sldOrd">
      <pc:chgData name="Aniket Firke" userId="c4a6b750aa19af50" providerId="LiveId" clId="{9AF883E4-FCF0-4064-A52B-2C2CEAEC587B}" dt="2024-02-07T04:08:55.676" v="150" actId="1076"/>
      <pc:docMkLst>
        <pc:docMk/>
      </pc:docMkLst>
      <pc:sldChg chg="addSp modSp mod">
        <pc:chgData name="Aniket Firke" userId="c4a6b750aa19af50" providerId="LiveId" clId="{9AF883E4-FCF0-4064-A52B-2C2CEAEC587B}" dt="2024-02-07T03:57:13.288" v="101" actId="14100"/>
        <pc:sldMkLst>
          <pc:docMk/>
          <pc:sldMk cId="2672039197" sldId="261"/>
        </pc:sldMkLst>
        <pc:spChg chg="add mod">
          <ac:chgData name="Aniket Firke" userId="c4a6b750aa19af50" providerId="LiveId" clId="{9AF883E4-FCF0-4064-A52B-2C2CEAEC587B}" dt="2024-02-07T03:57:13.288" v="101" actId="14100"/>
          <ac:spMkLst>
            <pc:docMk/>
            <pc:sldMk cId="2672039197" sldId="261"/>
            <ac:spMk id="3" creationId="{5702B8F5-5B91-6ED1-8BFD-6487AF3C4370}"/>
          </ac:spMkLst>
        </pc:spChg>
        <pc:spChg chg="mod">
          <ac:chgData name="Aniket Firke" userId="c4a6b750aa19af50" providerId="LiveId" clId="{9AF883E4-FCF0-4064-A52B-2C2CEAEC587B}" dt="2024-02-07T03:55:12.777" v="76" actId="1076"/>
          <ac:spMkLst>
            <pc:docMk/>
            <pc:sldMk cId="2672039197" sldId="261"/>
            <ac:spMk id="12" creationId="{B93BE699-AB72-8B0B-D9E3-11EB1A40C4B9}"/>
          </ac:spMkLst>
        </pc:spChg>
      </pc:sldChg>
      <pc:sldChg chg="addSp modSp mod ord">
        <pc:chgData name="Aniket Firke" userId="c4a6b750aa19af50" providerId="LiveId" clId="{9AF883E4-FCF0-4064-A52B-2C2CEAEC587B}" dt="2024-02-07T04:08:55.676" v="150" actId="1076"/>
        <pc:sldMkLst>
          <pc:docMk/>
          <pc:sldMk cId="1405850135" sldId="263"/>
        </pc:sldMkLst>
        <pc:spChg chg="add mod">
          <ac:chgData name="Aniket Firke" userId="c4a6b750aa19af50" providerId="LiveId" clId="{9AF883E4-FCF0-4064-A52B-2C2CEAEC587B}" dt="2024-02-07T04:08:02.051" v="145" actId="14100"/>
          <ac:spMkLst>
            <pc:docMk/>
            <pc:sldMk cId="1405850135" sldId="263"/>
            <ac:spMk id="3" creationId="{AC272EAD-E71B-4174-0DFD-5DB9E365DDAF}"/>
          </ac:spMkLst>
        </pc:spChg>
        <pc:picChg chg="add mod">
          <ac:chgData name="Aniket Firke" userId="c4a6b750aa19af50" providerId="LiveId" clId="{9AF883E4-FCF0-4064-A52B-2C2CEAEC587B}" dt="2024-02-07T04:08:09.914" v="146" actId="1076"/>
          <ac:picMkLst>
            <pc:docMk/>
            <pc:sldMk cId="1405850135" sldId="263"/>
            <ac:picMk id="1026" creationId="{6EC5DB9F-E2A0-49D5-0F68-E927336EB73B}"/>
          </ac:picMkLst>
        </pc:picChg>
        <pc:picChg chg="add mod">
          <ac:chgData name="Aniket Firke" userId="c4a6b750aa19af50" providerId="LiveId" clId="{9AF883E4-FCF0-4064-A52B-2C2CEAEC587B}" dt="2024-02-07T04:08:32.838" v="148" actId="1076"/>
          <ac:picMkLst>
            <pc:docMk/>
            <pc:sldMk cId="1405850135" sldId="263"/>
            <ac:picMk id="1028" creationId="{C669CA09-3BC7-CAEB-9592-B8A971DC8EA2}"/>
          </ac:picMkLst>
        </pc:picChg>
        <pc:picChg chg="add mod">
          <ac:chgData name="Aniket Firke" userId="c4a6b750aa19af50" providerId="LiveId" clId="{9AF883E4-FCF0-4064-A52B-2C2CEAEC587B}" dt="2024-02-07T04:08:40.481" v="149" actId="1076"/>
          <ac:picMkLst>
            <pc:docMk/>
            <pc:sldMk cId="1405850135" sldId="263"/>
            <ac:picMk id="1030" creationId="{69B646C0-8D26-1DD2-84A6-CBFA9ED91502}"/>
          </ac:picMkLst>
        </pc:picChg>
        <pc:picChg chg="add mod">
          <ac:chgData name="Aniket Firke" userId="c4a6b750aa19af50" providerId="LiveId" clId="{9AF883E4-FCF0-4064-A52B-2C2CEAEC587B}" dt="2024-02-07T04:08:55.676" v="150" actId="1076"/>
          <ac:picMkLst>
            <pc:docMk/>
            <pc:sldMk cId="1405850135" sldId="263"/>
            <ac:picMk id="1032" creationId="{BBD7BFAC-1D09-796D-5519-031F69F548A1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0CA1340-6374-4F3D-A793-DB12F1B5780A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IN"/>
        </a:p>
      </dgm:t>
    </dgm:pt>
    <dgm:pt modelId="{36B3C671-914E-4425-98AE-CAB6469B5165}">
      <dgm:prSet phldrT="[Text]"/>
      <dgm:spPr/>
      <dgm:t>
        <a:bodyPr/>
        <a:lstStyle/>
        <a:p>
          <a:pPr algn="ctr"/>
          <a:r>
            <a:rPr lang="en-IN" dirty="0">
              <a:effectLst/>
              <a:latin typeface="Algerian" panose="04020705040A02060702" pitchFamily="82" charset="0"/>
            </a:rPr>
            <a:t>	OPEN 	SOURCE </a:t>
          </a:r>
          <a:endParaRPr lang="en-IN" dirty="0"/>
        </a:p>
      </dgm:t>
    </dgm:pt>
    <dgm:pt modelId="{0D0DAE33-FA38-4F84-9299-5E82B3A682F7}" type="parTrans" cxnId="{6D2F0D52-54D7-4B04-AA25-25190B1E7B38}">
      <dgm:prSet/>
      <dgm:spPr/>
      <dgm:t>
        <a:bodyPr/>
        <a:lstStyle/>
        <a:p>
          <a:pPr algn="ctr"/>
          <a:endParaRPr lang="en-IN"/>
        </a:p>
      </dgm:t>
    </dgm:pt>
    <dgm:pt modelId="{A22DA5C3-F940-4B84-ABC0-1CA7C258BAEF}" type="sibTrans" cxnId="{6D2F0D52-54D7-4B04-AA25-25190B1E7B38}">
      <dgm:prSet/>
      <dgm:spPr/>
      <dgm:t>
        <a:bodyPr/>
        <a:lstStyle/>
        <a:p>
          <a:pPr algn="ctr"/>
          <a:endParaRPr lang="en-IN"/>
        </a:p>
      </dgm:t>
    </dgm:pt>
    <dgm:pt modelId="{40D50B79-714D-4F7E-AD3D-CE3524AA3F0F}">
      <dgm:prSet phldrT="[Text]"/>
      <dgm:spPr/>
      <dgm:t>
        <a:bodyPr/>
        <a:lstStyle/>
        <a:p>
          <a:pPr algn="ctr"/>
          <a:r>
            <a:rPr lang="en-IN" i="1" dirty="0">
              <a:effectLst/>
              <a:latin typeface="Algerian" panose="04020705040A02060702" pitchFamily="82" charset="0"/>
            </a:rPr>
            <a:t>	Linux </a:t>
          </a:r>
          <a:endParaRPr lang="en-IN" dirty="0"/>
        </a:p>
      </dgm:t>
    </dgm:pt>
    <dgm:pt modelId="{B46D0FB0-8AFF-4E17-B7D8-ECC46C7FEF04}" type="parTrans" cxnId="{14B3581D-32F4-47C4-93FF-C00FBC44DEDB}">
      <dgm:prSet/>
      <dgm:spPr/>
      <dgm:t>
        <a:bodyPr/>
        <a:lstStyle/>
        <a:p>
          <a:pPr algn="ctr"/>
          <a:endParaRPr lang="en-IN"/>
        </a:p>
      </dgm:t>
    </dgm:pt>
    <dgm:pt modelId="{D062F691-067E-4287-9D59-B4C800A018A3}" type="sibTrans" cxnId="{14B3581D-32F4-47C4-93FF-C00FBC44DEDB}">
      <dgm:prSet/>
      <dgm:spPr/>
      <dgm:t>
        <a:bodyPr/>
        <a:lstStyle/>
        <a:p>
          <a:pPr algn="ctr"/>
          <a:endParaRPr lang="en-IN"/>
        </a:p>
      </dgm:t>
    </dgm:pt>
    <dgm:pt modelId="{5D89D4F0-3C5F-4A18-8A58-3D4B66ECEDEF}" type="pres">
      <dgm:prSet presAssocID="{80CA1340-6374-4F3D-A793-DB12F1B5780A}" presName="outerComposite" presStyleCnt="0">
        <dgm:presLayoutVars>
          <dgm:chMax val="5"/>
          <dgm:dir/>
          <dgm:resizeHandles val="exact"/>
        </dgm:presLayoutVars>
      </dgm:prSet>
      <dgm:spPr/>
    </dgm:pt>
    <dgm:pt modelId="{4C9F2E90-03CE-4CAD-9EF1-E2A0AE845A21}" type="pres">
      <dgm:prSet presAssocID="{80CA1340-6374-4F3D-A793-DB12F1B5780A}" presName="dummyMaxCanvas" presStyleCnt="0">
        <dgm:presLayoutVars/>
      </dgm:prSet>
      <dgm:spPr/>
    </dgm:pt>
    <dgm:pt modelId="{71210EEA-B346-4626-90AE-879EC93B7721}" type="pres">
      <dgm:prSet presAssocID="{80CA1340-6374-4F3D-A793-DB12F1B5780A}" presName="TwoNodes_1" presStyleLbl="node1" presStyleIdx="0" presStyleCnt="2" custLinFactNeighborX="0">
        <dgm:presLayoutVars>
          <dgm:bulletEnabled val="1"/>
        </dgm:presLayoutVars>
      </dgm:prSet>
      <dgm:spPr/>
    </dgm:pt>
    <dgm:pt modelId="{31874575-4C8B-4EF1-863C-6B76948D3F79}" type="pres">
      <dgm:prSet presAssocID="{80CA1340-6374-4F3D-A793-DB12F1B5780A}" presName="TwoNodes_2" presStyleLbl="node1" presStyleIdx="1" presStyleCnt="2">
        <dgm:presLayoutVars>
          <dgm:bulletEnabled val="1"/>
        </dgm:presLayoutVars>
      </dgm:prSet>
      <dgm:spPr/>
    </dgm:pt>
    <dgm:pt modelId="{BAC75E7B-EF2F-40F7-A68C-AFE48A09672F}" type="pres">
      <dgm:prSet presAssocID="{80CA1340-6374-4F3D-A793-DB12F1B5780A}" presName="TwoConn_1-2" presStyleLbl="fgAccFollowNode1" presStyleIdx="0" presStyleCnt="1">
        <dgm:presLayoutVars>
          <dgm:bulletEnabled val="1"/>
        </dgm:presLayoutVars>
      </dgm:prSet>
      <dgm:spPr/>
    </dgm:pt>
    <dgm:pt modelId="{C471075B-E9F5-4411-BF50-9E33278C6118}" type="pres">
      <dgm:prSet presAssocID="{80CA1340-6374-4F3D-A793-DB12F1B5780A}" presName="TwoNodes_1_text" presStyleLbl="node1" presStyleIdx="1" presStyleCnt="2">
        <dgm:presLayoutVars>
          <dgm:bulletEnabled val="1"/>
        </dgm:presLayoutVars>
      </dgm:prSet>
      <dgm:spPr/>
    </dgm:pt>
    <dgm:pt modelId="{0FDD4F71-5F7E-4A9C-B0FC-04A3D1531805}" type="pres">
      <dgm:prSet presAssocID="{80CA1340-6374-4F3D-A793-DB12F1B5780A}" presName="TwoNodes_2_text" presStyleLbl="node1" presStyleIdx="1" presStyleCnt="2">
        <dgm:presLayoutVars>
          <dgm:bulletEnabled val="1"/>
        </dgm:presLayoutVars>
      </dgm:prSet>
      <dgm:spPr/>
    </dgm:pt>
  </dgm:ptLst>
  <dgm:cxnLst>
    <dgm:cxn modelId="{8959A611-891D-4718-BF2B-642A01B268DA}" type="presOf" srcId="{80CA1340-6374-4F3D-A793-DB12F1B5780A}" destId="{5D89D4F0-3C5F-4A18-8A58-3D4B66ECEDEF}" srcOrd="0" destOrd="0" presId="urn:microsoft.com/office/officeart/2005/8/layout/vProcess5"/>
    <dgm:cxn modelId="{14B3581D-32F4-47C4-93FF-C00FBC44DEDB}" srcId="{80CA1340-6374-4F3D-A793-DB12F1B5780A}" destId="{40D50B79-714D-4F7E-AD3D-CE3524AA3F0F}" srcOrd="1" destOrd="0" parTransId="{B46D0FB0-8AFF-4E17-B7D8-ECC46C7FEF04}" sibTransId="{D062F691-067E-4287-9D59-B4C800A018A3}"/>
    <dgm:cxn modelId="{5C02072C-E7A6-45A3-A959-F64235CF5C34}" type="presOf" srcId="{36B3C671-914E-4425-98AE-CAB6469B5165}" destId="{71210EEA-B346-4626-90AE-879EC93B7721}" srcOrd="0" destOrd="0" presId="urn:microsoft.com/office/officeart/2005/8/layout/vProcess5"/>
    <dgm:cxn modelId="{6D2F0D52-54D7-4B04-AA25-25190B1E7B38}" srcId="{80CA1340-6374-4F3D-A793-DB12F1B5780A}" destId="{36B3C671-914E-4425-98AE-CAB6469B5165}" srcOrd="0" destOrd="0" parTransId="{0D0DAE33-FA38-4F84-9299-5E82B3A682F7}" sibTransId="{A22DA5C3-F940-4B84-ABC0-1CA7C258BAEF}"/>
    <dgm:cxn modelId="{08782677-4EB0-4067-83AF-7293B61EFE3B}" type="presOf" srcId="{40D50B79-714D-4F7E-AD3D-CE3524AA3F0F}" destId="{31874575-4C8B-4EF1-863C-6B76948D3F79}" srcOrd="0" destOrd="0" presId="urn:microsoft.com/office/officeart/2005/8/layout/vProcess5"/>
    <dgm:cxn modelId="{45D79D57-9F0D-40D0-8D22-93B28A9F5CCB}" type="presOf" srcId="{A22DA5C3-F940-4B84-ABC0-1CA7C258BAEF}" destId="{BAC75E7B-EF2F-40F7-A68C-AFE48A09672F}" srcOrd="0" destOrd="0" presId="urn:microsoft.com/office/officeart/2005/8/layout/vProcess5"/>
    <dgm:cxn modelId="{4639AABD-C5D9-4737-B1D6-F2DEFA21CB1F}" type="presOf" srcId="{36B3C671-914E-4425-98AE-CAB6469B5165}" destId="{C471075B-E9F5-4411-BF50-9E33278C6118}" srcOrd="1" destOrd="0" presId="urn:microsoft.com/office/officeart/2005/8/layout/vProcess5"/>
    <dgm:cxn modelId="{217E0FCF-C810-4C9F-A6AB-13619DC82C6E}" type="presOf" srcId="{40D50B79-714D-4F7E-AD3D-CE3524AA3F0F}" destId="{0FDD4F71-5F7E-4A9C-B0FC-04A3D1531805}" srcOrd="1" destOrd="0" presId="urn:microsoft.com/office/officeart/2005/8/layout/vProcess5"/>
    <dgm:cxn modelId="{8CE0C0E8-E4C0-48DB-9655-7D6FC03FC0F0}" type="presParOf" srcId="{5D89D4F0-3C5F-4A18-8A58-3D4B66ECEDEF}" destId="{4C9F2E90-03CE-4CAD-9EF1-E2A0AE845A21}" srcOrd="0" destOrd="0" presId="urn:microsoft.com/office/officeart/2005/8/layout/vProcess5"/>
    <dgm:cxn modelId="{8CD6D09A-E76E-41CA-9901-75D71C1F757A}" type="presParOf" srcId="{5D89D4F0-3C5F-4A18-8A58-3D4B66ECEDEF}" destId="{71210EEA-B346-4626-90AE-879EC93B7721}" srcOrd="1" destOrd="0" presId="urn:microsoft.com/office/officeart/2005/8/layout/vProcess5"/>
    <dgm:cxn modelId="{23C8EF12-BC6B-4DCF-A7C0-D30EDE8D388D}" type="presParOf" srcId="{5D89D4F0-3C5F-4A18-8A58-3D4B66ECEDEF}" destId="{31874575-4C8B-4EF1-863C-6B76948D3F79}" srcOrd="2" destOrd="0" presId="urn:microsoft.com/office/officeart/2005/8/layout/vProcess5"/>
    <dgm:cxn modelId="{824CEED9-9EDC-4C0C-9BDA-83F7E53CF214}" type="presParOf" srcId="{5D89D4F0-3C5F-4A18-8A58-3D4B66ECEDEF}" destId="{BAC75E7B-EF2F-40F7-A68C-AFE48A09672F}" srcOrd="3" destOrd="0" presId="urn:microsoft.com/office/officeart/2005/8/layout/vProcess5"/>
    <dgm:cxn modelId="{9526E189-43AB-4D90-A80C-FE7450455E14}" type="presParOf" srcId="{5D89D4F0-3C5F-4A18-8A58-3D4B66ECEDEF}" destId="{C471075B-E9F5-4411-BF50-9E33278C6118}" srcOrd="4" destOrd="0" presId="urn:microsoft.com/office/officeart/2005/8/layout/vProcess5"/>
    <dgm:cxn modelId="{D310F37A-DCA1-4A30-84E6-48FA7295A3F4}" type="presParOf" srcId="{5D89D4F0-3C5F-4A18-8A58-3D4B66ECEDEF}" destId="{0FDD4F71-5F7E-4A9C-B0FC-04A3D1531805}" srcOrd="5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210EEA-B346-4626-90AE-879EC93B7721}">
      <dsp:nvSpPr>
        <dsp:cNvPr id="0" name=""/>
        <dsp:cNvSpPr/>
      </dsp:nvSpPr>
      <dsp:spPr>
        <a:xfrm>
          <a:off x="0" y="0"/>
          <a:ext cx="4284476" cy="139335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 dirty="0">
              <a:effectLst/>
              <a:latin typeface="Algerian" panose="04020705040A02060702" pitchFamily="82" charset="0"/>
            </a:rPr>
            <a:t>	OPEN 	SOURCE </a:t>
          </a:r>
          <a:endParaRPr lang="en-IN" sz="2800" kern="1200" dirty="0"/>
        </a:p>
      </dsp:txBody>
      <dsp:txXfrm>
        <a:off x="40810" y="40810"/>
        <a:ext cx="2844335" cy="1311734"/>
      </dsp:txXfrm>
    </dsp:sp>
    <dsp:sp modelId="{31874575-4C8B-4EF1-863C-6B76948D3F79}">
      <dsp:nvSpPr>
        <dsp:cNvPr id="0" name=""/>
        <dsp:cNvSpPr/>
      </dsp:nvSpPr>
      <dsp:spPr>
        <a:xfrm>
          <a:off x="756083" y="1702989"/>
          <a:ext cx="4284476" cy="1393354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i="1" kern="1200" dirty="0">
              <a:effectLst/>
              <a:latin typeface="Algerian" panose="04020705040A02060702" pitchFamily="82" charset="0"/>
            </a:rPr>
            <a:t>	Linux </a:t>
          </a:r>
          <a:endParaRPr lang="en-IN" sz="2800" kern="1200" dirty="0"/>
        </a:p>
      </dsp:txBody>
      <dsp:txXfrm>
        <a:off x="796893" y="1743799"/>
        <a:ext cx="2541091" cy="1311734"/>
      </dsp:txXfrm>
    </dsp:sp>
    <dsp:sp modelId="{BAC75E7B-EF2F-40F7-A68C-AFE48A09672F}">
      <dsp:nvSpPr>
        <dsp:cNvPr id="0" name=""/>
        <dsp:cNvSpPr/>
      </dsp:nvSpPr>
      <dsp:spPr>
        <a:xfrm>
          <a:off x="3378795" y="1095331"/>
          <a:ext cx="905680" cy="90568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3600" kern="1200"/>
        </a:p>
      </dsp:txBody>
      <dsp:txXfrm>
        <a:off x="3582573" y="1095331"/>
        <a:ext cx="498124" cy="68152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5B4EDC-59C0-49C7-8ADA-5A781B329E02}" type="datetimeFigureOut">
              <a:rPr lang="en-US"/>
              <a:t>3/12/2024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429053-DC2A-4342-ADD4-2FD729D91E2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D8D46A-B586-417D-BFBD-8C8FE0AAF762}" type="datetimeFigureOut">
              <a:rPr lang="en-US"/>
              <a:t>3/12/2024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BA5BD7-F043-4D1B-AA17-CD412FC534D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2290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4" name="Straight Connector 13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" name="bottom lines"/>
          <p:cNvGrpSpPr/>
          <p:nvPr/>
        </p:nvGrpSpPr>
        <p:grpSpPr>
          <a:xfrm>
            <a:off x="-8916" y="6057149"/>
            <a:ext cx="5498726" cy="820207"/>
            <a:chOff x="-6689" y="4553748"/>
            <a:chExt cx="4125119" cy="615155"/>
          </a:xfrm>
        </p:grpSpPr>
        <p:sp>
          <p:nvSpPr>
            <p:cNvPr id="9" name="Freeform 8"/>
            <p:cNvSpPr/>
            <p:nvPr/>
          </p:nvSpPr>
          <p:spPr>
            <a:xfrm rot="16200000">
              <a:off x="1754302" y="2802395"/>
              <a:ext cx="612775" cy="411548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4115481 h 4115481"/>
                <a:gd name="connsiteX1" fmla="*/ 612775 w 612775"/>
                <a:gd name="connsiteY1" fmla="*/ 3180443 h 4115481"/>
                <a:gd name="connsiteX2" fmla="*/ 612775 w 612775"/>
                <a:gd name="connsiteY2" fmla="*/ 0 h 4115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4115481">
                  <a:moveTo>
                    <a:pt x="0" y="4115481"/>
                  </a:moveTo>
                  <a:lnTo>
                    <a:pt x="612775" y="3180443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0" name="Freeform 9"/>
            <p:cNvSpPr/>
            <p:nvPr/>
          </p:nvSpPr>
          <p:spPr>
            <a:xfrm rot="16200000">
              <a:off x="1604659" y="3152814"/>
              <a:ext cx="410751" cy="3621427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  <a:gd name="connsiteX0" fmla="*/ 0 w 410751"/>
                <a:gd name="connsiteY0" fmla="*/ 3614170 h 3614170"/>
                <a:gd name="connsiteX1" fmla="*/ 410751 w 410751"/>
                <a:gd name="connsiteY1" fmla="*/ 2990994 h 3614170"/>
                <a:gd name="connsiteX2" fmla="*/ 405947 w 410751"/>
                <a:gd name="connsiteY2" fmla="*/ 0 h 3614170"/>
                <a:gd name="connsiteX0" fmla="*/ 0 w 410751"/>
                <a:gd name="connsiteY0" fmla="*/ 3621427 h 3621427"/>
                <a:gd name="connsiteX1" fmla="*/ 410751 w 410751"/>
                <a:gd name="connsiteY1" fmla="*/ 2998251 h 3621427"/>
                <a:gd name="connsiteX2" fmla="*/ 405947 w 410751"/>
                <a:gd name="connsiteY2" fmla="*/ 0 h 3621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621427">
                  <a:moveTo>
                    <a:pt x="0" y="3621427"/>
                  </a:moveTo>
                  <a:lnTo>
                    <a:pt x="410751" y="2998251"/>
                  </a:lnTo>
                  <a:cubicBezTo>
                    <a:pt x="410359" y="2065358"/>
                    <a:pt x="406339" y="932893"/>
                    <a:pt x="405947" y="0"/>
                  </a:cubicBez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 rot="16200000">
              <a:off x="1462308" y="3453376"/>
              <a:ext cx="241768" cy="31797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  <a:gd name="connsiteX0" fmla="*/ 0 w 241768"/>
                <a:gd name="connsiteY0" fmla="*/ 3179761 h 3179761"/>
                <a:gd name="connsiteX1" fmla="*/ 238919 w 241768"/>
                <a:gd name="connsiteY1" fmla="*/ 2819370 h 3179761"/>
                <a:gd name="connsiteX2" fmla="*/ 241754 w 241768"/>
                <a:gd name="connsiteY2" fmla="*/ 0 h 317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768" h="3179761">
                  <a:moveTo>
                    <a:pt x="0" y="3179761"/>
                  </a:moveTo>
                  <a:lnTo>
                    <a:pt x="238919" y="2819370"/>
                  </a:lnTo>
                  <a:cubicBezTo>
                    <a:pt x="238654" y="1947313"/>
                    <a:pt x="242019" y="872057"/>
                    <a:pt x="241754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5176" y="584200"/>
            <a:ext cx="8735325" cy="2000251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5176" y="2616200"/>
            <a:ext cx="8735325" cy="17526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" name="Date Placeholder 2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3/12/2024</a:t>
            </a:fld>
            <a:endParaRPr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748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3/12/2024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676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2" name="Straight Connector 11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177" y="2209801"/>
            <a:ext cx="8938472" cy="2764335"/>
          </a:xfrm>
        </p:spPr>
        <p:txBody>
          <a:bodyPr anchor="b">
            <a:normAutofit/>
          </a:bodyPr>
          <a:lstStyle>
            <a:lvl1pPr algn="l">
              <a:defRPr sz="5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5176" y="4951266"/>
            <a:ext cx="7069519" cy="1220933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3/12/2024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6330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0707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3/12/2024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7647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8883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96644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00707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3/12/2024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381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3/12/2024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522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3/12/2024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247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4971" y="584200"/>
            <a:ext cx="6094413" cy="55880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3/12/2024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18139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5484971" y="584200"/>
            <a:ext cx="6094413" cy="5588000"/>
          </a:xfrm>
          <a:ln w="12700">
            <a:solidFill>
              <a:schemeClr val="bg1">
                <a:lumMod val="75000"/>
                <a:lumOff val="25000"/>
              </a:schemeClr>
            </a:solidFill>
            <a:miter lim="800000"/>
          </a:ln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3/12/2024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343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3/12/2024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667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584200"/>
            <a:ext cx="2742486" cy="5588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8882" y="584200"/>
            <a:ext cx="7414869" cy="5588000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3/12/2024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88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100000"/>
                <a:shade val="0"/>
                <a:satMod val="100000"/>
              </a:schemeClr>
            </a:gs>
            <a:gs pos="85000">
              <a:schemeClr val="bg2">
                <a:tint val="100000"/>
                <a:shade val="30000"/>
                <a:satMod val="100000"/>
              </a:schemeClr>
            </a:gs>
            <a:gs pos="100000">
              <a:schemeClr val="bg2">
                <a:shade val="60000"/>
                <a:satMod val="10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left lines"/>
          <p:cNvGrpSpPr/>
          <p:nvPr/>
        </p:nvGrpSpPr>
        <p:grpSpPr>
          <a:xfrm>
            <a:off x="-15870" y="-3174"/>
            <a:ext cx="819993" cy="5229225"/>
            <a:chOff x="-11906" y="-2381"/>
            <a:chExt cx="615155" cy="3921919"/>
          </a:xfrm>
        </p:grpSpPr>
        <p:sp>
          <p:nvSpPr>
            <p:cNvPr id="10" name="Freeform 9"/>
            <p:cNvSpPr/>
            <p:nvPr/>
          </p:nvSpPr>
          <p:spPr>
            <a:xfrm>
              <a:off x="-9526" y="0"/>
              <a:ext cx="612775" cy="3919538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3919538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>
              <a:off x="-11906" y="0"/>
              <a:ext cx="410751" cy="3421856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421856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Freeform 13"/>
            <p:cNvSpPr/>
            <p:nvPr/>
          </p:nvSpPr>
          <p:spPr>
            <a:xfrm>
              <a:off x="-7144" y="-2381"/>
              <a:ext cx="238919" cy="29765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919" h="2976561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797"/>
            <a:ext cx="10360501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18882" y="6356352"/>
            <a:ext cx="2234618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DFD029-FB74-4578-B929-F66AA97659CA}" type="datetimeFigureOut">
              <a:rPr lang="en-US"/>
              <a:pPr/>
              <a:t>3/12/2024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3501" y="6356352"/>
            <a:ext cx="5281824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3649" y="6356352"/>
            <a:ext cx="101573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4DD1E-5D91-48A3-AD6D-45FBA980D10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5275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0000"/>
        </a:lnSpc>
        <a:spcBef>
          <a:spcPts val="1600"/>
        </a:spcBef>
        <a:buClr>
          <a:schemeClr val="accent1"/>
        </a:buClr>
        <a:buSzPct val="10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8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73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jpe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l"/>
            <a:r>
              <a:rPr lang="en-IN" sz="6000" dirty="0">
                <a:effectLst/>
                <a:latin typeface="Algerian" panose="04020705040A02060702" pitchFamily="82" charset="0"/>
              </a:rPr>
              <a:t>OPEN SOURCE 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IN" i="1" dirty="0">
                <a:effectLst/>
                <a:latin typeface="Algerian" panose="04020705040A02060702" pitchFamily="82" charset="0"/>
              </a:rPr>
              <a:t>Linux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23D118-E532-F739-E750-D0784F3FD857}"/>
              </a:ext>
            </a:extLst>
          </p:cNvPr>
          <p:cNvSpPr txBox="1"/>
          <p:nvPr/>
        </p:nvSpPr>
        <p:spPr>
          <a:xfrm>
            <a:off x="10198869" y="6281271"/>
            <a:ext cx="15841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Mr. Aniket A. Firke</a:t>
            </a:r>
          </a:p>
          <a:p>
            <a:pPr algn="ctr"/>
            <a:r>
              <a:rPr lang="en-US" sz="14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Developer’s Club Lead.</a:t>
            </a:r>
            <a:endParaRPr lang="en-IN" sz="1400" dirty="0">
              <a:latin typeface="Arabic Typesetting" panose="03020402040406030203" pitchFamily="66" charset="-78"/>
              <a:cs typeface="Arabic Typesetting" panose="03020402040406030203" pitchFamily="66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332291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lgerian" panose="04020705040A02060702" pitchFamily="82" charset="0"/>
                <a:cs typeface="Arabic Typesetting" panose="03020402040406030203" pitchFamily="66" charset="-78"/>
              </a:rPr>
              <a:t>Agenda 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3C5E5769-6453-06D5-D1F8-648D20DF344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4557267"/>
              </p:ext>
            </p:extLst>
          </p:nvPr>
        </p:nvGraphicFramePr>
        <p:xfrm>
          <a:off x="1989957" y="2276872"/>
          <a:ext cx="5040560" cy="30963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29114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AsOne/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327DA353-C6F2-BDC8-C010-5B79AC34ECDE}"/>
              </a:ext>
            </a:extLst>
          </p:cNvPr>
          <p:cNvSpPr txBox="1"/>
          <p:nvPr/>
        </p:nvSpPr>
        <p:spPr>
          <a:xfrm>
            <a:off x="1197868" y="548680"/>
            <a:ext cx="619268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production and development, open source is a philosophy, or a methodology that promotes free redistribution and access to a product's design or ideas and implementation details.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 as in free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 as in access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 as in over time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 as in not closed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 as in reuse and change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 as in any place and for anyone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DCBBD73-B21F-EB64-A47C-91AC4AEE83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231876">
            <a:off x="8874512" y="922476"/>
            <a:ext cx="1632222" cy="177725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C2DDB41-AD0D-4714-8A75-9AA6091C3D6E}"/>
              </a:ext>
            </a:extLst>
          </p:cNvPr>
          <p:cNvSpPr txBox="1"/>
          <p:nvPr/>
        </p:nvSpPr>
        <p:spPr>
          <a:xfrm>
            <a:off x="981844" y="4277996"/>
            <a:ext cx="632547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View/Modify the source code of an application or software.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 source software is released to the development community and undergoes a secondary phase of evolution, but closed source software is developed in isolation with a small team of developers.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Developer support and large community to help.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Open Source is more secure and bugs and vulnerabilities are fixed often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24CEDC1-20C5-D47E-FF17-B94D1C0C46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2604" y="3928493"/>
            <a:ext cx="4064132" cy="244827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23189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D47A4B6-C593-0AE5-AE2F-6C3CA24C90F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6250" y="116632"/>
            <a:ext cx="6682098" cy="367240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FF75685-52E4-1B75-52A5-B30E73E15B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9956" y="3980426"/>
            <a:ext cx="5474445" cy="2760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4977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4C05026-3846-C772-1015-EC83141DF7B7}"/>
              </a:ext>
            </a:extLst>
          </p:cNvPr>
          <p:cNvSpPr txBox="1"/>
          <p:nvPr/>
        </p:nvSpPr>
        <p:spPr>
          <a:xfrm>
            <a:off x="981844" y="548680"/>
            <a:ext cx="610944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Availability of source code</a:t>
            </a:r>
          </a:p>
          <a:p>
            <a:pPr lvl="1" algn="just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 code to understand and learn from</a:t>
            </a:r>
          </a:p>
          <a:p>
            <a:pPr lvl="1" algn="just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not have to re-invent the wheel</a:t>
            </a:r>
          </a:p>
          <a:p>
            <a:pPr lvl="1" algn="just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Free as in "freedom"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Does not depend on vendor</a:t>
            </a:r>
          </a:p>
          <a:p>
            <a:pPr lvl="1" algn="just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choose additional support</a:t>
            </a:r>
          </a:p>
          <a:p>
            <a:pPr lvl="1" algn="just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fix bugs and adapt to change in requirements as well as technology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Quality and Customizability in open source is better.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Costs much less than proprietary counterparts.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3BE699-AB72-8B0B-D9E3-11EB1A40C4B9}"/>
              </a:ext>
            </a:extLst>
          </p:cNvPr>
          <p:cNvSpPr txBox="1"/>
          <p:nvPr/>
        </p:nvSpPr>
        <p:spPr>
          <a:xfrm>
            <a:off x="6094412" y="2736502"/>
            <a:ext cx="610944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generally straightforward to use and requires a certain learning curve to use and get accustomed.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Incompatibility issue with software and hardware. (3rd party drivers)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Bad Codes, and some unqualified people who uses it.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quality assurance process is widely not transparent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financial incentive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2039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DDB0129-4583-6E53-C4EC-943F37FBC5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696" y="19508"/>
            <a:ext cx="11350997" cy="380900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0AEAB46-0D65-D9D4-63DD-BE5BF97009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9433" y="4365104"/>
            <a:ext cx="7449958" cy="2085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915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C272EAD-E71B-4174-0DFD-5DB9E365DDAF}"/>
              </a:ext>
            </a:extLst>
          </p:cNvPr>
          <p:cNvSpPr txBox="1"/>
          <p:nvPr/>
        </p:nvSpPr>
        <p:spPr>
          <a:xfrm>
            <a:off x="981844" y="612845"/>
            <a:ext cx="5688632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Open Office: Apache OpenOffice is an open- source office productivity software suite with official website OpenOffice.org, launched in 2002 under the Apache License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4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LibreOffice: Developed by The Document Foundation, it is licensed under the GNU Lesser General Public License (LGPL). It supports Windows, Macintosh and GNU/Linux systems. 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Neo Office: Primarily designed for Mac users and is distributed under the GNU General Public License. </a:t>
            </a: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sz="1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Koffice</a:t>
            </a: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It is a open source office suite licensed under the LGPL. It is available for Windows, Linux, FreeBSD and Mac OS X systems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EC5DB9F-E2A0-49D5-0F68-E927336EB7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8508" y="580874"/>
            <a:ext cx="1773931" cy="54387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028" name="Picture 4" descr="The Document Foundation Blog - The home of LibreOffice">
            <a:extLst>
              <a:ext uri="{FF2B5EF4-FFF2-40B4-BE49-F238E27FC236}">
                <a16:creationId xmlns:a16="http://schemas.microsoft.com/office/drawing/2014/main" id="{C669CA09-3BC7-CAEB-9592-B8A971DC8E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8588" y="1291925"/>
            <a:ext cx="1232525" cy="39338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030" name="Picture 6" descr="NeoOffice Review by J. Tirrell">
            <a:extLst>
              <a:ext uri="{FF2B5EF4-FFF2-40B4-BE49-F238E27FC236}">
                <a16:creationId xmlns:a16="http://schemas.microsoft.com/office/drawing/2014/main" id="{69B646C0-8D26-1DD2-84A6-CBFA9ED915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8508" y="1852487"/>
            <a:ext cx="1430287" cy="52797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032" name="Picture 8" descr="KOffice - Wikipedia">
            <a:extLst>
              <a:ext uri="{FF2B5EF4-FFF2-40B4-BE49-F238E27FC236}">
                <a16:creationId xmlns:a16="http://schemas.microsoft.com/office/drawing/2014/main" id="{BBD7BFAC-1D09-796D-5519-031F69F548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5473" y="2547645"/>
            <a:ext cx="649611" cy="62941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405850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ch 16x9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  <a:extLst>
    <a:ext uri="{05A4C25C-085E-4340-85A3-A5531E510DB2}">
      <thm15:themeFamily xmlns:thm15="http://schemas.microsoft.com/office/thememl/2012/main" name="TF02787990.potx" id="{BDB9CD5E-36EC-45F3-B87D-6D062B8A3823}" vid="{51682E2F-7C85-4D6F-AD40-072EFC83910D}"/>
    </a:ext>
  </a:extLst>
</a:theme>
</file>

<file path=ppt/theme/theme2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ocPublishedLinkedAssetsLookup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LocLastLocAttemptVersionTypeLookup xmlns="4873beb7-5857-4685-be1f-d57550cc96cc" xsi:nil="true"/>
    <DirectSourceMarket xmlns="4873beb7-5857-4685-be1f-d57550cc96cc" xsi:nil="true"/>
    <ThumbnailAssetId xmlns="4873beb7-5857-4685-be1f-d57550cc96cc" xsi:nil="true"/>
    <PrimaryImageGen xmlns="4873beb7-5857-4685-be1f-d57550cc96cc">false</PrimaryImageGen>
    <LocNewPublishedVersionLookup xmlns="4873beb7-5857-4685-be1f-d57550cc96cc" xsi:nil="true"/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LocOverallPublishStatusLookup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LocOverallLocStatusLookup xmlns="4873beb7-5857-4685-be1f-d57550cc96cc" xsi:nil="true"/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1345093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This simple template design works for technology and  businesses, but it's versatile enough to use in other contexts.  It features multiple slide layouts designed for widescreen (16x9 resolution) and includes a sample SmartArt list and chart that are easily editable.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2011-11-26T00:30:00+00:00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TemplateStatus xmlns="4873beb7-5857-4685-be1f-d57550cc96cc">Complete</TemplateStatus>
    <Downloads xmlns="4873beb7-5857-4685-be1f-d57550cc96cc">0</Downloads>
    <OOCacheId xmlns="4873beb7-5857-4685-be1f-d57550cc96cc" xsi:nil="true"/>
    <IsDeleted xmlns="4873beb7-5857-4685-be1f-d57550cc96cc">false</IsDeleted>
    <LocPublishedDependentAssetsLookup xmlns="4873beb7-5857-4685-be1f-d57550cc96cc" xsi:nil="true"/>
    <TPExecutable xmlns="4873beb7-5857-4685-be1f-d57550cc96cc" xsi:nil="true"/>
    <EditorialTags xmlns="4873beb7-5857-4685-be1f-d57550cc96cc" xsi:nil="true"/>
    <SubmitterId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TP102787989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694266</LocLastLocAttemptVersionLookup>
    <LocProcessedForHandoffsLookup xmlns="4873beb7-5857-4685-be1f-d57550cc96cc" xsi:nil="true"/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LocOverallPreviewStatusLookup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 xsi:nil="true"/>
    <OutputCachingOn xmlns="4873beb7-5857-4685-be1f-d57550cc96cc">false</OutputCachingOn>
    <AverageRating xmlns="4873beb7-5857-4685-be1f-d57550cc96cc" xsi:nil="true"/>
    <APAuthor xmlns="4873beb7-5857-4685-be1f-d57550cc96cc">
      <UserInfo>
        <DisplayName>REDMOND\kristaa</DisplayName>
        <AccountId>136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LocProcessedForMarketsLookup xmlns="4873beb7-5857-4685-be1f-d57550cc96cc" xsi:nil="true"/>
    <TPLaunchHelpLinkType xmlns="4873beb7-5857-4685-be1f-d57550cc96cc">Template</TPLaunchHelpLinkType>
    <OriginalRelease xmlns="4873beb7-5857-4685-be1f-d57550cc96cc">15</OriginalRelease>
    <LocalizationTagsTaxHTField0 xmlns="4873beb7-5857-4685-be1f-d57550cc96cc">
      <Terms xmlns="http://schemas.microsoft.com/office/infopath/2007/PartnerControls"/>
    </LocalizationTagsTaxHTField0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LocOverallHandbackStatusLookup xmlns="4873beb7-5857-4685-be1f-d57550cc96cc" xsi:nil="true"/>
    <ShowIn xmlns="4873beb7-5857-4685-be1f-d57550cc96cc">Show everywhere</ShowIn>
    <UANotes xmlns="4873beb7-5857-4685-be1f-d57550cc96cc" xsi:nil="true"/>
    <InternalTagsTaxHTField0 xmlns="4873beb7-5857-4685-be1f-d57550cc96cc">
      <Terms xmlns="http://schemas.microsoft.com/office/infopath/2007/PartnerControls"/>
    </InternalTagsTaxHTField0>
    <CSXHash xmlns="4873beb7-5857-4685-be1f-d57550cc96cc" xsi:nil="true"/>
    <VoteCount xmlns="4873beb7-5857-4685-be1f-d57550cc96cc" xsi:nil="true"/>
    <AssetExpire xmlns="4873beb7-5857-4685-be1f-d57550cc96cc">2029-05-12T07:00:00+00:00</AssetExpire>
    <DSATActionTaken xmlns="4873beb7-5857-4685-be1f-d57550cc96cc" xsi:nil="true"/>
    <CSXSubmissionMarket xmlns="4873beb7-5857-4685-be1f-d57550cc96cc" xsi:nil="true"/>
    <LocMarketGroupTiers2 xmlns="4873beb7-5857-4685-be1f-d57550cc96cc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60C67BEE-D13F-4BD2-98A5-34D8A0977F68}">
  <ds:schemaRefs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A09BF4D4-EF60-4196-BFC3-9462D60797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836F65B-1B07-41EE-A0E8-BC6EF385522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Triple circuit lines presentation (widescreen)</Template>
  <TotalTime>130</TotalTime>
  <Words>368</Words>
  <Application>Microsoft Office PowerPoint</Application>
  <PresentationFormat>Custom</PresentationFormat>
  <Paragraphs>37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Algerian</vt:lpstr>
      <vt:lpstr>Arabic Typesetting</vt:lpstr>
      <vt:lpstr>Arial</vt:lpstr>
      <vt:lpstr>Calibri</vt:lpstr>
      <vt:lpstr>Times New Roman</vt:lpstr>
      <vt:lpstr>Wingdings</vt:lpstr>
      <vt:lpstr>Tech 16x9</vt:lpstr>
      <vt:lpstr>OPEN SOURCE </vt:lpstr>
      <vt:lpstr>Agenda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 SOURCE </dc:title>
  <dc:creator>Aniket Firke</dc:creator>
  <cp:lastModifiedBy>Aniket Firke</cp:lastModifiedBy>
  <cp:revision>1</cp:revision>
  <dcterms:created xsi:type="dcterms:W3CDTF">2024-02-06T16:46:26Z</dcterms:created>
  <dcterms:modified xsi:type="dcterms:W3CDTF">2024-03-12T04:16:47Z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